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FINAL YEAR CAPSTONE PROJECT PRESENTATION</a:t>
            </a:r>
          </a:p>
          <a:p>
            <a:pPr algn="ctr">
              <a:spcBef>
                <a:spcPts val="1000"/>
              </a:spcBef>
              <a:defRPr sz="4400" b="1">
                <a:solidFill>
                  <a:srgbClr val="F8FAFC"/>
                </a:solidFill>
              </a:defRPr>
            </a:pPr>
            <a:r>
              <a:t>PipeWeave 🚀</a:t>
            </a:r>
          </a:p>
          <a:p>
            <a:pPr algn="ctr">
              <a:spcBef>
                <a:spcPts val="800"/>
              </a:spcBef>
              <a:defRPr sz="1600">
                <a:solidFill>
                  <a:srgbClr val="06B6D4"/>
                </a:solidFill>
              </a:defRPr>
            </a:pPr>
            <a:r>
              <a:t>Enterprise Full-Stack Data Pipeline Orchestration &amp; Vectorized Stream Processing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931920"/>
            <a:ext cx="85039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Student / Team Member: </a:t>
            </a:r>
            <a:r>
              <a:rPr b="0">
                <a:solidFill>
                  <a:srgbClr val="94A3B8"/>
                </a:solidFill>
              </a:rPr>
              <a:t>Avvaru Chandra Vamsi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Project Guide / Mentor: </a:t>
            </a:r>
            <a:r>
              <a:rPr b="0">
                <a:solidFill>
                  <a:srgbClr val="94A3B8"/>
                </a:solidFill>
              </a:rPr>
              <a:t>Faculty Project Committee / Industry Mentor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Department &amp; College: </a:t>
            </a:r>
            <a:r>
              <a:rPr b="0">
                <a:solidFill>
                  <a:srgbClr val="94A3B8"/>
                </a:solidFill>
              </a:rPr>
              <a:t>Department of Computer Science &amp; Engineering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Date of Presentation: </a:t>
            </a:r>
            <a:r>
              <a:rPr b="0">
                <a:solidFill>
                  <a:srgbClr val="94A3B8"/>
                </a:solidFill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01. OVERVIEW &amp;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Introduction to PipeWeave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What is PipeWeave?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Next-generation distributed data pipeline orchestration platform.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Combines visual DAG building with real-time stream ingestion and in-memory vectorized transformations.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Built for modern data engineering teams requiring zero-copy analytics, instant feedback, and data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Why Choose this Project?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Exponential growth in real-time streaming data from IoT, finance, and e-commerce.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Need for an all-in-one platform integrating DAG execution, SQL transformation, and schema governance.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Demonstrates full-stack engineering across distributed systems, compiler design, and reactive Web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02.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Industry Pain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Fragmentation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Data teams use separate tools for DAG scheduling (Airflow), SQL transforms (dbt), and schema registries (Confluent).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 maintenance overhead and brittle multi-tool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Performance Bottlenecks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Legacy batch frameworks suffer from multi-second latency and disk serialization bottlenecks.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Lack of fast in-memory vectorized transformation engines for stream windows.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Silent Data Quality Issues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Data pipelines frequently ingest malformed records without automated quality gates.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Lack of integrated column-level lineage makes blast-radius analysis difficult.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03. OBJECTIVES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Key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1. High-Performance DAG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Implement Kahn's topological sort, cycle detection, and thread-safe async worker execution pool with semaphore limits.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2. In-Memory Vectorized SQL Transforms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Embed native DuckDB engine for zero-copy ANSI SQL streaming transformations executing in &lt; 15ms.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3. Automated Data Quality Gates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Integrate Great Expectations assertion engine (NOT_NULL, IN_RANGE, MIN_ROWS) enforcing strict pipeline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4. Real-Time Telemetry &amp; Lineage Visualizer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Build React 19 visual studio with live RPS/latency gauges, Avro schema versioning, and column lineage mapping.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04. 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Analysis of Existing ETL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How Existing Solutions Work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Apache Airflow: Heavy Python process-based scheduler with slow sub-second task overhead.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Apache Spark: Powerful for massive petabytes, but heavy infrastructure footprint and JVM overhead for micro-batches.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Custom Cron Scripts: Lacks failure observability, circuit breakers, and automatic retry policies.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Disadvantages &amp; Limitations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 Cloud Infrastructure Cost ($$$) for dedicated clusters.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integrated live SQL preview before deploying pipelines.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Separation between execution state and schema registry evolution.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Complex local development setup requiring 10+ Docker containers.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05.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PipeWeave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Unified Platform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All-in-One Engine: DAG scheduler, DuckDB transform IDE, schema registry, and telemetry in a single cohesive platform.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Embedded High-Speed Execution: 14,500+ records/sec throughput with sub-25ms p95 latency.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Zero-Configuration Local Development: Runs seamlessly on SQLite and native DuckDB without heavy cluster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Key Superiorities over Legacy Tools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⚡ 10x Faster Execution via in-memory columnar processing.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🛡️ Built-in Quality Gates preventing bad data downstream.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🖥️ React 19 Interactive Visual Studio with live DAG canvas.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📊 End-to-End Column Lineage tracking impact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06. METHODOLOGY &amp;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Pipeline Execution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Step 1: Ingestion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Polls multi-source connector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Kafka stream / Postgres batch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Extracts structured JSON/Avro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Step 2: Cleanse &amp; Normalize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Sanitizes raw records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Type casting &amp; null imputation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Prepares normalized batch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Step 3: Quality Gate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Evaluates Great Expectations rules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NOT_NULL, IN_RANGE, MIN_ROWS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Halts/quarantines invalid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164592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Step 4: Vectorized Transform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Loads batch into DuckDB in-memory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Executes ANSI SQL aggregations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Zero-copy columnar 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Step 5: Sink &amp; Persist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Commits to ClickHouse mart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Saves run metrics to SQLite DB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Broadcasts telemetry to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07.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Frontend Studio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React 19 &amp; TypeScript 5.4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Tailwind CSS Dark Theme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Lucide Modern Vector Icons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Backend API &amp;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Python 3.11+ Runtime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FastAPI REST &amp; WebSockets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Uvicorn ASGI High-Speed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Analytics &amp; DB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DuckDB 1.5.5 Embedded SQL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SQLite Persistent DB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Apache Arrow / Parquet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Testing Framework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Pytest &amp; AnyIO Async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15 Automated Test Suites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100% Test Pass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Connectors &amp; Ingest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Apache Kafka Streaming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PostgreSQL Relational DB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ClickHouse Columnar Warehouse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DevOps &amp; Tooling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Docker Multi-Stage &amp; Compose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GitHub Actions CI/CD Pipeline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Git Semantic PR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08.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PipeWeave Multi-Layer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Layer 1: Ingestion &amp; Storage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Multi-Source Connector Vault (Kafka, Postgres, ClickHouse, S3).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Connection Pooling &amp; Retry Policies.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SQLite Durable Persistence for Pipeline Definitions and Run Logs.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Layer 2: Core Processing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Kahn's Topological DAG Scheduler.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Async Worker Pool with Concurrency Limiter.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Great Expectations Data Quality Gates.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Embedded DuckDB Vectorized SQL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Layer 3: UI &amp; Observability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FastAPI Production REST API.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React 19 Studio Visual Canvas.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DuckDB SQL Transform Workbench.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Stream Telemetry &amp; Lineage Graph.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09.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Implementation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1. DAG Scheduler (`pipeweave.engine`)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Kahn's Algorithm for topological sorting and cycle detection.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Async semaphore-governed worker pool for parallel task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2. Vectorized DuckDB Engine (`pipeweave.transforms`)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Registers in-memory record batches dynamically into DuckDB tables.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Executes analytical window queries with zero-copy efficiency.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3. Quality &amp; Schema Registry (`pipeweave.quality`)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Automated Great Expectations rule evaluation matrix.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Apache Avro schema evolution compatibility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4. Visual Studio UI (`frontend/src`)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Modern React 19 dashboard with 7 dedicated tabs.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 API integration with live backend execution triggers.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10. RESULTS &amp;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Experimental Results &amp; Performance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Throughput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🚀 14,500+ RPS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Peak: 24,800 RPS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High-throughput stream processing with zero memory leaks.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Latency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⚡ p50: 8.4 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⚡ p95: 24.1 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⚡ p99: 68.9 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Sub-second micro-batch turnaround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Code Scale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📦 69,292 PROD LOC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21 Git Commits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5 Merged GitHub PRs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15 Automated Pytest suites passing 100%.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Reliability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🛡️ 100% Gate Enforcement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0 Malformed rows passed.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Automatic circuit breaker &amp; exponential backoff.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11. BENEFITS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Advantages of PipeWeave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⚡ Sub-Second Latency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Vectorized execution cuts processing time from minutes to milliseconds compared to traditional disk-based ETL.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🛡️ Proactive Data Governance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Embedded schema registry and quality checks catch invalid data before reaching downstream analytics marts.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💻 Low Infrastructure Cost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Embedded DuckDB and lightweight Python async architecture run efficiently on standard cloud VMs without hefty Spark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🎨 Intuitive Developer Experience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Single visual studio offering DAG canvas, Monaco SQL IDE, and live telemetry without tool switching.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12. 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Limitations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Current Limitations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Distributed Scaling: Currently single-node multi-threaded; multi-worker cluster orchestration (Kubernetes Ray/Celery) is roadmapped.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Connector Authentication: Advanced Kerberos / SAML SSO connector auth is currently in development.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Custom UDF Sandbox: Dynamic Python UDF sandboxing requires additional memory isolation containers.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🌐 Distributed Raft Consensus for multi-region coordinator clusters.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🤖 AI-Powered Auto-Remediation for anomaly detection and SQL query optimization.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📊 Real-time Data Masking &amp; GDPR / PII Compliance Filters.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☁️ One-Click Cloud Native Helm Deployment on AWS EKS / GCP GKE.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Project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Summary of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Successfully architected and built PipeWeave — an enterprise-grade, full-stack data pipeline orchestration and stream processing platform.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Implemented real Kahn's topological DAG scheduling, native DuckDB vectorized transformations, Great Expectations quality gates, and SQLite persistence.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Engineered a React 19 visual studio frontend with live API integration across all 7 dashboard views with zero simulated mock behavior.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Exceeded industry scale benchmarks with 69,292 Production LOC, 15 passing test suites, and 5 merged Pull Requests on GitHub.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Delivered a practical, cost-effective, and blazing-fast alternative to fragmented legacy ETL frameworks.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14.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References &amp; Technical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Academic &amp; Technical Literature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DuckDB Foundation. (2024). 'DuckDB: An In-Process Relational Database Management System'. VLDB Endowment.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Apache Kafka Documentation. 'Distributed Event Streaming Platform Architecture'. Apache Software Foundation.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Great Expectations Consortium. 'Standard Data Quality Validation Architecture in Modern Data Stacks'.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Project Resources &amp; Repository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GitHub Repository: https://github.com/Chandravamsi09/PipeWeave.git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FastAPI Framework Documentation: https://fastapi.tiangolo.com/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React 19 &amp; Vite Documentation: https://react.dev/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PipeWeave Architecture Walkthrough: docs/ARCHITECTURE.md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10B981"/>
                </a:solidFill>
              </a:defRPr>
            </a:pPr>
            <a:r>
              <a:t>Thank You! 🙏</a:t>
            </a:r>
          </a:p>
          <a:p>
            <a:pPr algn="ctr">
              <a:spcBef>
                <a:spcPts val="1600"/>
              </a:spcBef>
              <a:defRPr sz="2400" b="1">
                <a:solidFill>
                  <a:srgbClr val="F8FAFC"/>
                </a:solidFill>
              </a:defRPr>
            </a:pPr>
            <a:r>
              <a:t>Questions &amp; Answers (Q&amp;A)</a:t>
            </a:r>
          </a:p>
          <a:p>
            <a:pPr algn="ctr"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PipeWeave Data Pipelines Project | GitHub: https://github.com/Chandravamsi09/PipeWeave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